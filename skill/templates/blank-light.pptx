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10664687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3886200"/>
            <a:ext cx="10664687" cy="90446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Sustitle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77078"/>
            <a:ext cx="11022496" cy="725557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796C4-F40D-9098-1E7B-D6FBE4486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0717B-5133-A4B2-B059-249662A91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959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4FC611-5DFB-EDDB-628E-0C14AF7CA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784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5</cp:revision>
  <dcterms:created xsi:type="dcterms:W3CDTF">2013-01-27T09:14:16Z</dcterms:created>
  <dcterms:modified xsi:type="dcterms:W3CDTF">2026-04-02T00:02:21Z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2026-04-02T00:00:20Z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42facba5-c5c9-4d6e-8ed4-5f06d4297f5d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
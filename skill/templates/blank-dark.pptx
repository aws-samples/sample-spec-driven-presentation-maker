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FD1B0-74F3-D141-B210-936319A276C7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2DD4-0740-C747-9E66-F79886FCF7F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9149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2DD4-0740-C747-9E66-F79886FCF7F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884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2DD4-0740-C747-9E66-F79886FCF7F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3133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2130425"/>
            <a:ext cx="9889435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3886200"/>
            <a:ext cx="9760226" cy="775252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13786"/>
            <a:ext cx="10992678" cy="798788"/>
          </a:xfrm>
        </p:spPr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95D5A-B076-0DE0-EB27-7681929917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1AE713C-5FCE-1594-0623-C9CFD4887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833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5A3F2-8970-CA77-3AB2-93673E2DA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98172"/>
            <a:ext cx="10992678" cy="798788"/>
          </a:xfrm>
        </p:spPr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3283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</Words>
  <Application>Microsoft Macintosh PowerPoint</Application>
  <PresentationFormat>ワイド画面</PresentationFormat>
  <Paragraphs>2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KATAOKA, SHOTARO</cp:lastModifiedBy>
  <cp:revision>7</cp:revision>
  <dcterms:created xsi:type="dcterms:W3CDTF">2013-01-27T09:14:16Z</dcterms:created>
  <dcterms:modified xsi:type="dcterms:W3CDTF">2026-04-11T13:13:52Z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2026-04-01T23:58:19Z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beaebefe-5a52-4e34-80b8-0094bfd161a6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
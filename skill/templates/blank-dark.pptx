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74626"/>
  </p:normalViewPr>
  <p:slideViewPr>
    <p:cSldViewPr snapToGrid="0" snapToObjects="1">
      <p:cViewPr varScale="1">
        <p:scale>
          <a:sx n="94" d="100"/>
          <a:sy n="94" d="100"/>
        </p:scale>
        <p:origin x="1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FD1B0-74F3-D141-B210-936319A276C7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2DD4-0740-C747-9E66-F79886FCF7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4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2DD4-0740-C747-9E66-F79886FCF7F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884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2DD4-0740-C747-9E66-F79886FCF7F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31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9889435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86200"/>
            <a:ext cx="9760226" cy="7752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84578"/>
            <a:ext cx="10992678" cy="798788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95D5A-B076-0DE0-EB27-768192991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AE713C-5FCE-1594-0623-C9CFD4887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83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203BA0AA-32D2-FF54-9A31-CE3C040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328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10</cp:revision>
  <dcterms:created xsi:type="dcterms:W3CDTF">2013-01-27T09:14:16Z</dcterms:created>
  <dcterms:modified xsi:type="dcterms:W3CDTF">2026-04-21T05:52:00Z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2026-04-01T23:58:19Z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beaebefe-5a52-4e34-80b8-0094bfd161a6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
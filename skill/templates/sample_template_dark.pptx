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>
      <p:cViewPr varScale="1">
        <p:scale>
          <a:sx n="121" d="100"/>
          <a:sy n="121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02499-6D0A-4440-BB8E-5382EE5ADBBC}" type="datetimeFigureOut">
              <a:rPr kumimoji="1" lang="ja-JP" altLang="en-US" smtClean="0"/>
              <a:t>2026/3/1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BC04D-AECB-F447-81D7-3439E34A8B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084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タイトルスライド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C04D-AECB-F447-81D7-3439E34A8B5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17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セクションスライド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C04D-AECB-F447-81D7-3439E34A8B5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2065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タイトル付き通常スライド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C04D-AECB-F447-81D7-3439E34A8B5F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526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全面キャンバス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C04D-AECB-F447-81D7-3439E34A8B5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33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765" y="251791"/>
            <a:ext cx="10479294" cy="72224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kumimoji="1"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B8DF5F-FF47-F7C6-888F-F13E848490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1E3CB3C-0A42-C62D-B338-E592696CF8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976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AA7F81-3B4A-D0B8-7E6E-CCDDBFE1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3F8AE9-60D9-FFB6-0454-F7A69D090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75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0BFDCD-BA3A-6F12-DCFB-89F01232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07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5760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メッシュ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メッシュ</Template>
  <TotalTime>0</TotalTime>
  <Words>11</Words>
  <Application>Microsoft Macintosh PowerPoint</Application>
  <PresentationFormat>ワイド画面</PresentationFormat>
  <Paragraphs>8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Arial</vt:lpstr>
      <vt:lpstr>Century Gothic</vt:lpstr>
      <vt:lpstr>メッシュ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KATAOKA, SHOTARO</dc:creator>
  <cp:lastModifiedBy>KATAOKA, SHOTARO</cp:lastModifiedBy>
  <cp:revision>2</cp:revision>
  <dcterms:created xsi:type="dcterms:W3CDTF">2026-02-28T14:38:33Z</dcterms:created>
  <dcterms:modified xsi:type="dcterms:W3CDTF">2026-02-28T15:48:48Z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2026-02-28T14:40:21Z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b0f38055-5531-4b89-8e83-0881ea4e902d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
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83"/>
    <p:restoredTop sz="94694"/>
  </p:normalViewPr>
  <p:slideViewPr>
    <p:cSldViewPr snapToGrid="0">
      <p:cViewPr varScale="1">
        <p:scale>
          <a:sx n="121" d="100"/>
          <a:sy n="121" d="100"/>
        </p:scale>
        <p:origin x="30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6A78F4-C480-584D-A160-F4F9B6B39283}" type="datetimeFigureOut">
              <a:rPr kumimoji="1" lang="ja-JP" altLang="en-US" smtClean="0"/>
              <a:t>2026/3/1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EBD0C1-6E41-CA41-BA4B-36FCB5238DD9}" type="slidenum">
              <a:rPr kumimoji="1" lang="ja-JP" altLang="en-US" smtClean="0"/>
              <a:t>‹#›</a:t>
            </a:fld>
            <a:endParaRPr kumimoji="1" lang="ja-JP" altLang="en-US"/>
          </a:p>
        </p:txBody>
      </p:sp>
    </p:spTree>
    <p:extLst>
      <p:ext uri="{BB962C8B-B14F-4D97-AF65-F5344CB8AC3E}">
        <p14:creationId xmlns:p14="http://schemas.microsoft.com/office/powerpoint/2010/main" val="345831735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タイトルスライド</a:t>
            </a:r>
          </a:p>
        </p:txBody>
      </p:sp>
      <p:sp>
        <p:nvSpPr>
          <p:cNvPr id="4" name="スライド番号プレースホルダー 3"/>
          <p:cNvSpPr>
            <a:spLocks noGrp="1"/>
          </p:cNvSpPr>
          <p:nvPr>
            <p:ph type="sldNum" sz="quarter" idx="5"/>
          </p:nvPr>
        </p:nvSpPr>
        <p:spPr/>
        <p:txBody>
          <a:bodyPr/>
          <a:lstStyle/>
          <a:p>
            <a:fld id="{4AEBD0C1-6E41-CA41-BA4B-36FCB5238DD9}" type="slidenum">
              <a:rPr kumimoji="1" lang="ja-JP" altLang="en-US" smtClean="0"/>
              <a:t>1</a:t>
            </a:fld>
            <a:endParaRPr kumimoji="1" lang="ja-JP" altLang="en-US"/>
          </a:p>
        </p:txBody>
      </p:sp>
    </p:spTree>
    <p:extLst>
      <p:ext uri="{BB962C8B-B14F-4D97-AF65-F5344CB8AC3E}">
        <p14:creationId xmlns:p14="http://schemas.microsoft.com/office/powerpoint/2010/main" val="26728485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セクションスライド。このレイアウトのみ黒背景のため明示的に明度の高いテキストを指定すること。</a:t>
            </a:r>
          </a:p>
        </p:txBody>
      </p:sp>
      <p:sp>
        <p:nvSpPr>
          <p:cNvPr id="4" name="スライド番号プレースホルダー 3"/>
          <p:cNvSpPr>
            <a:spLocks noGrp="1"/>
          </p:cNvSpPr>
          <p:nvPr>
            <p:ph type="sldNum" sz="quarter" idx="5"/>
          </p:nvPr>
        </p:nvSpPr>
        <p:spPr/>
        <p:txBody>
          <a:bodyPr/>
          <a:lstStyle/>
          <a:p>
            <a:fld id="{4AEBD0C1-6E41-CA41-BA4B-36FCB5238DD9}" type="slidenum">
              <a:rPr kumimoji="1" lang="ja-JP" altLang="en-US" smtClean="0"/>
              <a:t>2</a:t>
            </a:fld>
            <a:endParaRPr kumimoji="1" lang="ja-JP" altLang="en-US"/>
          </a:p>
        </p:txBody>
      </p:sp>
    </p:spTree>
    <p:extLst>
      <p:ext uri="{BB962C8B-B14F-4D97-AF65-F5344CB8AC3E}">
        <p14:creationId xmlns:p14="http://schemas.microsoft.com/office/powerpoint/2010/main" val="12945118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タイトル付きの通常のスライド</a:t>
            </a:r>
          </a:p>
        </p:txBody>
      </p:sp>
      <p:sp>
        <p:nvSpPr>
          <p:cNvPr id="4" name="スライド番号プレースホルダー 3"/>
          <p:cNvSpPr>
            <a:spLocks noGrp="1"/>
          </p:cNvSpPr>
          <p:nvPr>
            <p:ph type="sldNum" sz="quarter" idx="5"/>
          </p:nvPr>
        </p:nvSpPr>
        <p:spPr/>
        <p:txBody>
          <a:bodyPr/>
          <a:lstStyle/>
          <a:p>
            <a:fld id="{4AEBD0C1-6E41-CA41-BA4B-36FCB5238DD9}" type="slidenum">
              <a:rPr kumimoji="1" lang="ja-JP" altLang="en-US" smtClean="0"/>
              <a:t>3</a:t>
            </a:fld>
            <a:endParaRPr kumimoji="1" lang="ja-JP" altLang="en-US"/>
          </a:p>
        </p:txBody>
      </p:sp>
    </p:spTree>
    <p:extLst>
      <p:ext uri="{BB962C8B-B14F-4D97-AF65-F5344CB8AC3E}">
        <p14:creationId xmlns:p14="http://schemas.microsoft.com/office/powerpoint/2010/main" val="4934698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タイトルなしの全面キャンバス</a:t>
            </a:r>
          </a:p>
        </p:txBody>
      </p:sp>
      <p:sp>
        <p:nvSpPr>
          <p:cNvPr id="4" name="スライド番号プレースホルダー 3"/>
          <p:cNvSpPr>
            <a:spLocks noGrp="1"/>
          </p:cNvSpPr>
          <p:nvPr>
            <p:ph type="sldNum" sz="quarter" idx="5"/>
          </p:nvPr>
        </p:nvSpPr>
        <p:spPr/>
        <p:txBody>
          <a:bodyPr/>
          <a:lstStyle/>
          <a:p>
            <a:fld id="{4AEBD0C1-6E41-CA41-BA4B-36FCB5238DD9}" type="slidenum">
              <a:rPr kumimoji="1" lang="ja-JP" altLang="en-US" smtClean="0"/>
              <a:t>4</a:t>
            </a:fld>
            <a:endParaRPr kumimoji="1" lang="ja-JP" altLang="en-US"/>
          </a:p>
        </p:txBody>
      </p:sp>
    </p:spTree>
    <p:extLst>
      <p:ext uri="{BB962C8B-B14F-4D97-AF65-F5344CB8AC3E}">
        <p14:creationId xmlns:p14="http://schemas.microsoft.com/office/powerpoint/2010/main" val="14563966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見開きの本のようなデザインのスライド。中央に縦に黒いラインがあり、左右に分割されたレイアウトになっている。タイトルは左ページの上にある。左ページは暗めのグレー、右ページはアイボリーの背景になっているので色に気をつけること。左右分割レイアウトで利用できる。</a:t>
            </a:r>
          </a:p>
        </p:txBody>
      </p:sp>
      <p:sp>
        <p:nvSpPr>
          <p:cNvPr id="4" name="スライド番号プレースホルダー 3"/>
          <p:cNvSpPr>
            <a:spLocks noGrp="1"/>
          </p:cNvSpPr>
          <p:nvPr>
            <p:ph type="sldNum" sz="quarter" idx="5"/>
          </p:nvPr>
        </p:nvSpPr>
        <p:spPr/>
        <p:txBody>
          <a:bodyPr/>
          <a:lstStyle/>
          <a:p>
            <a:fld id="{4AEBD0C1-6E41-CA41-BA4B-36FCB5238DD9}" type="slidenum">
              <a:rPr kumimoji="1" lang="ja-JP" altLang="en-US" smtClean="0"/>
              <a:t>5</a:t>
            </a:fld>
            <a:endParaRPr kumimoji="1" lang="ja-JP" altLang="en-US"/>
          </a:p>
        </p:txBody>
      </p:sp>
    </p:spTree>
    <p:extLst>
      <p:ext uri="{BB962C8B-B14F-4D97-AF65-F5344CB8AC3E}">
        <p14:creationId xmlns:p14="http://schemas.microsoft.com/office/powerpoint/2010/main" val="6902059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3/1/26</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ja-JP" altLang="en-US"/>
            </a:p>
          </p:txBody>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ja-JP" altLang="en-US"/>
            </a:p>
          </p:txBody>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3/1/26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セクション見出し">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3/1/26</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txBody>
          <a:bodyPr/>
          <a:lstStyle/>
          <a:p>
            <a:endParaRPr lang="ja-JP"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ja-JP" altLang="en-US"/>
              <a:t>マスター タイトルの書式設定</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3/1/26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3/1/26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a:xfrm>
            <a:off x="1371600" y="268357"/>
            <a:ext cx="9601200" cy="755373"/>
          </a:xfrm>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3/1/26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3/1/26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タイトル付きのコンテンツ">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2" name="Title 1"/>
          <p:cNvSpPr>
            <a:spLocks noGrp="1"/>
          </p:cNvSpPr>
          <p:nvPr>
            <p:ph type="title"/>
          </p:nvPr>
        </p:nvSpPr>
        <p:spPr>
          <a:xfrm>
            <a:off x="288235" y="228600"/>
            <a:ext cx="4727050" cy="762000"/>
          </a:xfrm>
        </p:spPr>
        <p:txBody>
          <a:bodyPr anchor="t">
            <a:noAutofit/>
          </a:bodyPr>
          <a:lstStyle>
            <a:lvl1pPr>
              <a:lnSpc>
                <a:spcPct val="84000"/>
              </a:lnSpc>
              <a:defRPr sz="4800" baseline="0">
                <a:solidFill>
                  <a:schemeClr val="tx2"/>
                </a:solidFill>
              </a:defRPr>
            </a:lvl1pPr>
          </a:lstStyle>
          <a:p>
            <a:r>
              <a:rPr lang="ja-JP" altLang="en-US"/>
              <a:t>マスター タイトルの書式設定</a:t>
            </a:r>
            <a:endParaRPr lang="en-US" dirty="0"/>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3/1/26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タイトル付きの図">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3/1/26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3/1/26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3/1/26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3/1/26</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kumimoji="1"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kumimoji="1"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kumimoji="1"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kumimoji="1"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kumimoji="1"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kumimoji="1"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kumimoji="1"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kumimoji="1"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kumimoji="1"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kumimoji="1" sz="1400" kern="1200" baseline="0">
          <a:solidFill>
            <a:schemeClr val="tx2"/>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4CB997-496F-8928-6D89-91C02EF88B57}"/>
              </a:ext>
            </a:extLst>
          </p:cNvPr>
          <p:cNvSpPr>
            <a:spLocks noGrp="1"/>
          </p:cNvSpPr>
          <p:nvPr>
            <p:ph type="ctrTitle"/>
          </p:nvPr>
        </p:nvSpPr>
        <p:spPr/>
        <p:txBody>
          <a:bodyPr/>
          <a:lstStyle/>
          <a:p>
            <a:endParaRPr kumimoji="1" lang="ja-JP" altLang="en-US"/>
          </a:p>
        </p:txBody>
      </p:sp>
      <p:sp>
        <p:nvSpPr>
          <p:cNvPr id="3" name="字幕 2">
            <a:extLst>
              <a:ext uri="{FF2B5EF4-FFF2-40B4-BE49-F238E27FC236}">
                <a16:creationId xmlns:a16="http://schemas.microsoft.com/office/drawing/2014/main" id="{ACD650E3-9C41-039C-F9E2-7670BA59BC94}"/>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1658331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D8C61A-153F-A62E-B664-5FC3F7C5EDC5}"/>
              </a:ext>
            </a:extLst>
          </p:cNvPr>
          <p:cNvSpPr>
            <a:spLocks noGrp="1"/>
          </p:cNvSpPr>
          <p:nvPr>
            <p:ph type="title"/>
          </p:nvPr>
        </p:nvSpPr>
        <p:spPr/>
        <p:txBody>
          <a:bodyPr/>
          <a:lstStyle/>
          <a:p>
            <a:endParaRPr kumimoji="1" lang="ja-JP" altLang="en-US"/>
          </a:p>
        </p:txBody>
      </p:sp>
      <p:sp>
        <p:nvSpPr>
          <p:cNvPr id="3" name="テキスト プレースホルダー 2">
            <a:extLst>
              <a:ext uri="{FF2B5EF4-FFF2-40B4-BE49-F238E27FC236}">
                <a16:creationId xmlns:a16="http://schemas.microsoft.com/office/drawing/2014/main" id="{36D4ADD3-8420-F1AE-3D2D-994ABE478EE2}"/>
              </a:ext>
            </a:extLst>
          </p:cNvPr>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3868402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F003968-1784-CF1F-790A-2C5D36CD104A}"/>
              </a:ext>
            </a:extLst>
          </p:cNvPr>
          <p:cNvSpPr>
            <a:spLocks noGrp="1"/>
          </p:cNvSpPr>
          <p:nvPr>
            <p:ph type="title"/>
          </p:nvPr>
        </p:nvSpPr>
        <p:spPr/>
        <p:txBody>
          <a:bodyPr/>
          <a:lstStyle/>
          <a:p>
            <a:endParaRPr kumimoji="1" lang="ja-JP" altLang="en-US"/>
          </a:p>
        </p:txBody>
      </p:sp>
    </p:spTree>
    <p:extLst>
      <p:ext uri="{BB962C8B-B14F-4D97-AF65-F5344CB8AC3E}">
        <p14:creationId xmlns:p14="http://schemas.microsoft.com/office/powerpoint/2010/main" val="398822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3016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054F8624-2DB3-FDC8-32DA-F550360C0A4E}"/>
              </a:ext>
            </a:extLst>
          </p:cNvPr>
          <p:cNvSpPr>
            <a:spLocks noGrp="1"/>
          </p:cNvSpPr>
          <p:nvPr>
            <p:ph type="title"/>
          </p:nvPr>
        </p:nvSpPr>
        <p:spPr/>
        <p:txBody>
          <a:bodyPr/>
          <a:lstStyle/>
          <a:p>
            <a:endParaRPr lang="ja-JP" altLang="en-US"/>
          </a:p>
        </p:txBody>
      </p:sp>
    </p:spTree>
    <p:extLst>
      <p:ext uri="{BB962C8B-B14F-4D97-AF65-F5344CB8AC3E}">
        <p14:creationId xmlns:p14="http://schemas.microsoft.com/office/powerpoint/2010/main" val="2100398463"/>
      </p:ext>
    </p:extLst>
  </p:cSld>
  <p:clrMapOvr>
    <a:masterClrMapping/>
  </p:clrMapOvr>
</p:sld>
</file>

<file path=ppt/theme/theme1.xml><?xml version="1.0" encoding="utf-8"?>
<a:theme xmlns:a="http://schemas.openxmlformats.org/drawingml/2006/main" name="トリミング">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トリミング</Template>
  <TotalTime>1</TotalTime>
  <Words>103</Words>
  <Application>Microsoft Macintosh PowerPoint</Application>
  <PresentationFormat>ワイド画面</PresentationFormat>
  <Paragraphs>10</Paragraphs>
  <Slides>5</Slides>
  <Notes>5</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5</vt:i4>
      </vt:variant>
    </vt:vector>
  </HeadingPairs>
  <TitlesOfParts>
    <vt:vector size="8" baseType="lpstr">
      <vt:lpstr>游ゴシック</vt:lpstr>
      <vt:lpstr>Franklin Gothic Book</vt:lpstr>
      <vt:lpstr>トリミング</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KATAOKA, SHOTARO</dc:creator>
  <cp:lastModifiedBy>KATAOKA, SHOTARO</cp:lastModifiedBy>
  <cp:revision>5</cp:revision>
  <dcterms:created xsi:type="dcterms:W3CDTF">2026-02-28T14:32:11Z</dcterms:created>
  <dcterms:modified xsi:type="dcterms:W3CDTF">2026-02-28T15:50:38Z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9e68092-05df-4271-8e3e-b2a4c82ba797_Enabled">
    <vt:lpwstr>true</vt:lpwstr>
  </property>
  <property fmtid="{D5CDD505-2E9C-101B-9397-08002B2CF9AE}" pid="3" name="MSIP_Label_19e68092-05df-4271-8e3e-b2a4c82ba797_SetDate">
    <vt:lpwstr>2026-02-28T14:35:51Z</vt:lpwstr>
  </property>
  <property fmtid="{D5CDD505-2E9C-101B-9397-08002B2CF9AE}" pid="4" name="MSIP_Label_19e68092-05df-4271-8e3e-b2a4c82ba797_Method">
    <vt:lpwstr>Standard</vt:lpwstr>
  </property>
  <property fmtid="{D5CDD505-2E9C-101B-9397-08002B2CF9AE}" pid="5" name="MSIP_Label_19e68092-05df-4271-8e3e-b2a4c82ba797_Name">
    <vt:lpwstr>Amazon Confidential</vt:lpwstr>
  </property>
  <property fmtid="{D5CDD505-2E9C-101B-9397-08002B2CF9AE}" pid="6" name="MSIP_Label_19e68092-05df-4271-8e3e-b2a4c82ba797_SiteId">
    <vt:lpwstr>5280104a-472d-4538-9ccf-1e1d0efe8b1b</vt:lpwstr>
  </property>
  <property fmtid="{D5CDD505-2E9C-101B-9397-08002B2CF9AE}" pid="7" name="MSIP_Label_19e68092-05df-4271-8e3e-b2a4c82ba797_ActionId">
    <vt:lpwstr>43b3df8a-8226-456c-afa0-4873d874a3f3</vt:lpwstr>
  </property>
  <property fmtid="{D5CDD505-2E9C-101B-9397-08002B2CF9AE}" pid="8" name="MSIP_Label_19e68092-05df-4271-8e3e-b2a4c82ba797_ContentBits">
    <vt:lpwstr>0</vt:lpwstr>
  </property>
  <property fmtid="{D5CDD505-2E9C-101B-9397-08002B2CF9AE}" pid="9" name="MSIP_Label_19e68092-05df-4271-8e3e-b2a4c82ba797_Tag">
    <vt:lpwstr>50, 3, 0, 1</vt:lpwstr>
  </property>
</Properties>
</file>